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76185" y="1746945"/>
            <a:ext cx="599163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ESEMPI DI CALCOLO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666750" y="2585145"/>
            <a:ext cx="38105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Plusvalenze Crypto con Metodo LiFo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456743" y="3209925"/>
            <a:ext cx="223041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Casi Pratici e Spiegazioni Dettagliate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 LiFo: Last In, First Out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60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L'ultima criptovaluta acquistata è la prima ad essere venduta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744960"/>
            <a:ext cx="7620000" cy="1154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Utilizzato per determinare il costo di carico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Obbligatorio per legge in Italia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Applicato a tutte le operazioni rilevanti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61"/>
            <a:ext cx="7924800" cy="213330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Esempio 1: Compravendita BTC Base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554461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Operazioni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219200" y="2026841"/>
            <a:ext cx="7010400" cy="1051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01/01: Acquisto 1 BTC a €20.000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01/03: Acquisto 1 BTC a €25.000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01/05: Vendita 1 BTC a €30.000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42071"/>
            <a:ext cx="7924800" cy="16915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Esempio 1: Calcolo Plusvalenza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49661"/>
            <a:ext cx="808329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il metodo LiFo, si considera venduto il BTC acquistato per ultimo (01/03)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14400" y="1946871"/>
            <a:ext cx="74615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Prezzo di vendita: €30.000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289771"/>
            <a:ext cx="74615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di carico: €25.000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708871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Plusvalenza = €5.000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61"/>
            <a:ext cx="7924800" cy="213330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Esempio 2: Vendita Parziale BTC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554461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Operazioni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219200" y="2026841"/>
            <a:ext cx="7010400" cy="1051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01/01: Acquisto 1 BTC a €20.000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01/03: Acquisto 1 BTC a €40.000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01/05: Vendita 1,5 BTC a €60.000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42072"/>
            <a:ext cx="7924800" cy="172194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Esempio 2: Calcolo con Frazioni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49661"/>
            <a:ext cx="808329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vendono 1,5 BTC: 1 BTC del 01/03 + 0,5 BTC del 01/01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38200" y="1870672"/>
            <a:ext cx="761695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1 BTC (01/03): €40.000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38200" y="2083991"/>
            <a:ext cx="761695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0,5 BTC (01/01): €10.000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200" y="2449711"/>
            <a:ext cx="761695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totale: €50.000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8200" y="2815433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Plusvalenza = €10.000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61"/>
            <a:ext cx="7924800" cy="213330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Esempio 3: Scambio Cripto Omogenee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554461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Operazioni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219200" y="2026841"/>
            <a:ext cx="7010400" cy="1051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01/01: Acquisto 1 BTC a €20.000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01/03: Scambio 1 BTC → 10 ETH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01/05: Vendita 1 ETH a €3.000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Esempio 3: Scambio Non Rilevante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61"/>
            <a:ext cx="808329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scambio BTC → ETH non genera plusvalenza (cripto omogenee)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072"/>
            <a:ext cx="7620000" cy="1154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costo di €20.000 si trasferisce ai 10 ETH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unitario ETH: €2.000 (20.000 ÷ 10)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Vendita 1 ETH a €3.000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948783"/>
            <a:ext cx="808329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Plusvalenza = €1.000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63"/>
            <a:ext cx="7924800" cy="2605683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Esempio 4: Scambi Multipli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78263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Operazioni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43000" y="1950644"/>
            <a:ext cx="7162800" cy="1676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01/01: Acquisto 1 BTC a €20.000</a:t>
            </a:r>
            <a:endParaRPr lang="en-US" sz="1200" dirty="0"/>
          </a:p>
          <a:p>
            <a:pPr marL="342900" indent="-3429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01/03: Acquisto 1 BTC a €30.000</a:t>
            </a:r>
            <a:endParaRPr lang="en-US" sz="1200" dirty="0"/>
          </a:p>
          <a:p>
            <a:pPr marL="342900" indent="-3429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01/04: Scambio 2 BTC → 10 ETH</a:t>
            </a:r>
            <a:endParaRPr lang="en-US" sz="1200" dirty="0"/>
          </a:p>
          <a:p>
            <a:pPr marL="342900" indent="-3429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01/05: Acquisto 1 ETH a €3.000</a:t>
            </a:r>
            <a:endParaRPr lang="en-US" sz="1200" dirty="0"/>
          </a:p>
          <a:p>
            <a:pPr marL="342900" indent="-3429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01/06: Vendita 2 ETH a €9.000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42072"/>
            <a:ext cx="7924800" cy="140196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Esempio 4: Calcolo Step 1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49663"/>
            <a:ext cx="808329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01/04 - Scambio 2 BTC → 10 ETH (non rilevante)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14400" y="1946872"/>
            <a:ext cx="746150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2 BTC: €30.000 + €20.000 = €50.000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160194"/>
            <a:ext cx="746150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Questo costo passa ai 10 ETH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525911"/>
            <a:ext cx="746150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unitario ETH: €5.000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42072"/>
            <a:ext cx="7924800" cy="187434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Esempio 4: Calcolo Step 2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49663"/>
            <a:ext cx="808329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01/06 - Vendita 2 ETH con LiFo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14400" y="1946872"/>
            <a:ext cx="746150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1 ETH (01/05): €3.000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160194"/>
            <a:ext cx="746150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1 ETH (01/04): €5.000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525911"/>
            <a:ext cx="746150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totale: €8.000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891633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Plusvalenza = €1.000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63"/>
            <a:ext cx="7924800" cy="2521843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Esempio 5: Compravendita NFT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554463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Operazioni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219200" y="2026844"/>
            <a:ext cx="7010400" cy="143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01/01: Acquisto 1 BTC a €20.000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01/03: Acquisto 1 BTC a €30.000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01/04: Scambio 0,5 BTC → NFT (€20.000)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01/06: Vendita NFT a €18.000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42072"/>
            <a:ext cx="7924800" cy="182106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Esempio 5: Scambio BTC → NFT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49663"/>
            <a:ext cx="808329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scambio BTC → NFT è fiscalmente rilevante (cripto diverse)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14400" y="1946872"/>
            <a:ext cx="746150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 transazione: €20.000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160194"/>
            <a:ext cx="746150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0,5 BTC (LiFo): €15.000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525911"/>
            <a:ext cx="74615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 Plusvalenza = €5.000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945011"/>
            <a:ext cx="746150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costo €20.000 diventa il costo del NFT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42072"/>
            <a:ext cx="7924800" cy="200392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Esempio 5: Vendita NFT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49663"/>
            <a:ext cx="808329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Vendita NFT genera una seconda operazione rilevante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14400" y="1946872"/>
            <a:ext cx="746150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Prezzo vendita: €18.000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160194"/>
            <a:ext cx="746150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di carico: €20.000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525911"/>
            <a:ext cx="74615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 Plusvalenza = -€2.000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021211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Totale = €3.000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63"/>
            <a:ext cx="7924800" cy="213330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Esempio 6: Proventi da Staking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554463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Operazioni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219200" y="2026844"/>
            <a:ext cx="7010400" cy="1051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01/01: Acquisto 10 ETH a €30.000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01/03: Ricevo 0,1 ETH da staking (€300)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01/06: Vendita 0,1 ETH a €200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42077"/>
            <a:ext cx="7924800" cy="160774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Esempio 6: Tassazione Staking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49663"/>
            <a:ext cx="808329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proventi da staking sono tassati immediatamente al ricevimento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14400" y="1946877"/>
            <a:ext cx="746150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 ricevuto: €300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12594"/>
            <a:ext cx="74615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 Plusvalenza = €300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731694"/>
            <a:ext cx="746150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€300 diventano il costo di carico dei 0,1 ETH ricevuti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42077"/>
            <a:ext cx="7924800" cy="200392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Esempio 6: Vendita ETH da Staking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49663"/>
            <a:ext cx="808329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Vendita degli ETH ricevuti da staking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14400" y="1946877"/>
            <a:ext cx="746150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Prezzo vendita: €200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160194"/>
            <a:ext cx="746150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di carico: €300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525911"/>
            <a:ext cx="74615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 Plusvalenza = -€100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021211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Totale Anno = €200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Calcolo Globale: Esempio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3"/>
            <a:ext cx="7620000" cy="1154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01/01: Acquisto 1 BTC su Wallet 1 (€10.000)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01/02: Acquisto 1 BTC su Wallet 2 (€20.000)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01/03: Vendita 1 BTC su Wallet 1 (€30.000)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2632574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LiFo globale: si vende il BTC del 01/02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09600" y="3051674"/>
            <a:ext cx="808329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Plusvalenza = €10.000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Calcolo per Gruppo: Esempio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63"/>
            <a:ext cx="8083296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Stesse operazioni ma con LiFo per gruppo wallet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15380"/>
            <a:ext cx="7620000" cy="731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1 (Gruppo 1): Acquisto €10.000 → Vendita €30.000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2 (Gruppo 2): Acquisto €20.000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499224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vende solo dal Gruppo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600" y="2918324"/>
            <a:ext cx="808329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Plusvalenza = €20.000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98471" y="1804095"/>
            <a:ext cx="2747058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 Esempi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747827" y="2581275"/>
            <a:ext cx="56482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metodo LiFo garantisce calcoli corretti e conformi alla normativa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428303" y="3152775"/>
            <a:ext cx="228739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GIACENZE CRYPTO • Esempi Pratici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2026-02-14T19:39:25Z</dcterms:created>
  <dcterms:modified xsi:type="dcterms:W3CDTF">2026-02-14T19:39:25Z</dcterms:modified>
</cp:coreProperties>
</file>